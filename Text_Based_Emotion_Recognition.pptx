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88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Text-Based Emotion Recognition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Machine Learning and Deep Learning (LSTM) Approaches for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Emotions in Text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006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Anila Batool  (BC210411041)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Ali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Sciences, Virtual University of Pakistan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3288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Requirements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3741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Architecture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21538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50566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1746504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6916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2587752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53288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(LSTM)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33741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126480" y="4270248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421538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26480" y="5111496"/>
            <a:ext cx="457200" cy="457200"/>
          </a:xfrm>
          <a:prstGeom prst="ellipse">
            <a:avLst/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50566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Emotion in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 from text is a subfield of Natural Language Processing (NLP) that identifies and extracts subjective, emotional information from written language.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increasingly digital world, automatically understanding emotion in text has real applications — customer service, social media monitoring, market research, and interactive AI systems.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classifies text into six core emotions: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617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651760" y="46177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4617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Sadness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0" y="46177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617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03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51760" y="53035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5303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54880" y="53035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5303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40880" y="1600200"/>
            <a:ext cx="4526280" cy="4434840"/>
          </a:xfrm>
          <a:prstGeom prst="roundRect">
            <a:avLst>
              <a:gd name="adj" fmla="val 2474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0" descr="icon_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057400"/>
            <a:ext cx="914400" cy="914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0" y="31546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feeling so happy today!”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869680" y="3840480"/>
            <a:ext cx="8686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40233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Emotion: Joy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0" y="4434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97.2%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0F9FB"/>
          </a:solidFill>
          <a:ln/>
        </p:spPr>
      </p:sp>
      <p:pic>
        <p:nvPicPr>
          <p:cNvPr id="5" name="Image 0" descr="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understanding emotion behind large volumes of text (reviews, messages, posts) is slow, inconsistent, and impossible to scale. There is a need for an automated system that can reliably classify the emotion expressed in a piece of text.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traditional Machine Learning algorithms against a Deep Learning (LSTM) model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complete NLP pipeline: preprocessing, feature engineering, training &amp; evaluation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functional, user-friendly app that predicts emotion from user-entered text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labelled text comments (pre-existing dataset)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models + 1 DL model implemented and compared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system with a saved, reusable model for inference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6 emotion classes and the English language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92440" y="20116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text → preprocess → vectorize → classify → show emotion + confidence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27706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92440" y="277063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returned within a few seconds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35295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352958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interface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2885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target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4288536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80% on the test set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Agile methodology was adopted, allowing iterative development and continuous experimentation with different models and hyperparameters — each cycle producing an improved version of the system.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were built and compared side-by-side: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0F9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29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Pipeline 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+ classical classifiers (Naive Bayes, Logistic Regression, Random Forest, SVM)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434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Pipeline 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+ LSTM network to capture sequential context in 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5FCAFD-D834-472E-91EF-452E7BB439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604"/>
          <a:stretch/>
        </p:blipFill>
        <p:spPr>
          <a:xfrm>
            <a:off x="7219113" y="1867745"/>
            <a:ext cx="3309227" cy="4580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text comments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83464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120640" y="1691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columns: Comment, Emotion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120640" cy="288036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EEFDD9-93E4-47E1-A23E-BB5D8A3C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771988"/>
            <a:ext cx="4363637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10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remove noise; text is lower-cased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810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6432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56432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Stemmer reduces words to their root form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0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810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27064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27064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NLTK stopwords are filtered out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1810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97696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97696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labels converted to numeric form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split with stratified sampling to keep class balance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Representation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0" y="4434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model: 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+ padded word-embedding sequences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classical classifiers were trained on TF-IDF features and evaluated with an 80–20 train-test split using Accuracy, Precision, Recall and F1-Score.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0720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6440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0F9FB"/>
          </a:solidFill>
          <a:ln/>
        </p:spPr>
      </p:sp>
      <p:pic>
        <p:nvPicPr>
          <p:cNvPr id="14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3776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48006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selected for deployment 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fastest predictions with the simplest model footprint, ideal for the live app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401D8B9-0515-4BFF-BF2C-BC1A5C190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667" y="2213130"/>
            <a:ext cx="4141893" cy="38033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 — LSTM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(Long Short-Term Memory) network was designed to learn sequential, contextual patterns in text that simple word-count features (TF-IDF) cannot capture.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67328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67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Layer(s)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34256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342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(regularization)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0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011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Output Layer (6 classes)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setup: 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epochs, batch size 64, with early stopping on validation loss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387993-68DF-440C-969D-E67DAC13E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96000" y="3378200"/>
            <a:ext cx="4141842" cy="2369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Comparison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293815"/>
              </p:ext>
            </p:extLst>
          </p:nvPr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(Deep Learning)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achieved the best accuracy (87.3%)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confidence scores often above 97% on clearly expressed emotions.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4572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45720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deployed in the app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 faster predictions and lighter footprint, while still exceeding the 80% accuracy target.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models are deployed in an interactive web application built with Streamlit, allowing real-time emotion prediction from user-entered text.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63347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99923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languages &amp; libraries used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2514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3529584" y="263347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9584" y="299923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text → model returns emotion + confidence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2514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263347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45936" y="299923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insights and visual exploration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97696" y="2514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9162288" y="263347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62288" y="299923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 and 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54006B-E172-4F94-82FC-9AB78724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6" y="4007862"/>
            <a:ext cx="4264071" cy="21094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9700A74-385E-4635-8D7D-6CB941588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10" y="4247131"/>
            <a:ext cx="4430486" cy="18702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DE4FEA-94AC-454B-AB6F-B36AF7775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140" y="4457154"/>
            <a:ext cx="2849512" cy="1450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0F9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and compared 4 ML models and 1 DL (LSTM) model for text emotion classification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achieved the highest accuracy (87.3%), exceeding the 80% target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deployed for fast, lightweight real-world inference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functional Streamlit web app was delivered end-to-end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transformer-based models (e.g. BERT) for richer context understanding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support to multiple languages beyond English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social media / customer-feedback streams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batch CSV analysis and richer analytics dashboards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commen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4630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631436" y="406908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2519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Anila Batool  (BC210411041)  |  Supervisor: Umair Ali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Sciences, Virtual University of Pakistan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1003</Words>
  <Application>Microsoft Office PowerPoint</Application>
  <PresentationFormat>Widescreen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Text-Based Emotion Recognition</dc:title>
  <dc:subject>PptxGenJS Presentation</dc:subject>
  <dc:creator>Anila Batool</dc:creator>
  <cp:lastModifiedBy>Rohullah Iqbal</cp:lastModifiedBy>
  <cp:revision>2</cp:revision>
  <dcterms:created xsi:type="dcterms:W3CDTF">2026-06-25T06:22:23Z</dcterms:created>
  <dcterms:modified xsi:type="dcterms:W3CDTF">2026-06-25T06:48:56Z</dcterms:modified>
</cp:coreProperties>
</file>